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🌿  마음풀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731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🏢  B2B 임직원 복지 솔루션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직원의 마음이 건강해야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조직이 성장합니다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114800" y="2377440"/>
            <a:ext cx="9144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7D7C4"/>
                </a:solidFill>
              </a:rPr>
              <a:t>마음풀은 AI 기반 올인원 디지털 정신건강 플랫폼으로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7D7C4"/>
                </a:solidFill>
              </a:rPr>
              <a:t>임직원의 마음 건강을 과학적으로 관리합니다.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32918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192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8종 과학적 심리검사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2918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33192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24시간 상담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329184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319272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3개 연동 서비스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5D5B2"/>
                </a:solidFill>
              </a:rPr>
              <a:t>maumful.com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현황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6A4F"/>
                </a:solidFill>
              </a:rPr>
              <a:t>직장인 정신건강, 지금이 위기입니다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67%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직장인 번아웃 경험률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대한신경정신의학회,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1위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29184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직장인 병가 원인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정신건강 문제 (OECD)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3716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</a:rPr>
              <a:t>3배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217920" y="1947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</a:rPr>
              <a:t>정신건강 문제 직원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업무 생산성 저하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777240"/>
          </a:xfrm>
          <a:prstGeom prst="rect">
            <a:avLst/>
          </a:prstGeom>
          <a:solidFill>
            <a:srgbClr val="EFF9F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779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D6A4F"/>
                </a:solidFill>
              </a:rPr>
              <a:t>"정신건강 문제로 인한 기업 손실은 연간 직원 1인당 약 300만 원에 달하며, 이직률 상승과 직결됩니다."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기업이 원하는 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" y="40965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조기 발견 — 문제가 커지기 전 감지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416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비용 효율 — 소규모 예산으로 전 직원 관리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✓  익명성 보장 — 직원이 편하게 이용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솔루션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마음풀 </a:t>
            </a:r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</a:rPr>
              <a:t>— 하나의 플랫폼으로 전 직원 마음 건강 관리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7D7C4"/>
                </a:solidFill>
              </a:rPr>
              <a:t>검사 → AI 상담 → 게임형 훈련 → 전문가 연결까지 정신건강 관리의 전체 여정을 원스톱으로 제공합니다.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828800" cy="192024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64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심리검사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우울·불안·번아웃 등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8종 과학적 검사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554480"/>
            <a:ext cx="1828800" cy="192024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64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상담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Claude AI 기반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24시간 개인화 상담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828800" cy="192024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64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마음게임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게임으로 배우는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감정 관리 훈련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554480"/>
            <a:ext cx="1828800" cy="192024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64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👨‍⚕️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2103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전문 상담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4505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필요 시 전문 상담사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1:1 연결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5196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355080" y="2331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B788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8412480" cy="73152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307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95D5B2"/>
                </a:solidFill>
              </a:rPr>
              <a:t>✨  모든 기능이 회원 계정으로 연동되어 개인별 마음 건강 데이터가 누적·분석됩니다.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강점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8종 과학적 심리검사로 조기 발견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98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PHQ-9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우울 선별검사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298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GAD-7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불안 선별검사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298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번아웃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직무 번아웃 측정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842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0482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BIG5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성격 유형 분석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9842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0482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DASS-21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스트레스 종합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9842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20482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DSI / LOST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7220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자아·관계 분화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EFF9F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07792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</a:rPr>
              <a:t>+ 외부 검사 결과(MBTI·MMPI 등) PDF 업로드 → AI 해석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</a:rPr>
              <a:t>기업 도입 시 활용법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✓  정기 검진 — 분기별 전 직원 번아웃·우울 자가 검사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114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✓  온보딩 검사 — 신입 입사 시 기본 심리 상태 파악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✓  트렌드 추적 — 개인별 점수 변화 AI가 자동 분석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✓  익명 집계 — 팀/부서 단위 집계로 조직 건강도 파악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강점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5B2"/>
                </a:solidFill>
              </a:rPr>
              <a:t>Claude AI 기반 24시간 개인화 상담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50876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7099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검사 결과 연동 상담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11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PHQ-9·GAD-7 점수를 기반으로 AI가 맥락을 파악하고 개인화된 대화를 시작합니다.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2651760" cy="150876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01568" y="17099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트렌드 기반 코칭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011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3회 이상 검사 데이터가 쌓이면 AI가 변화 추이를 분석해 격려합니다.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61872"/>
            <a:ext cx="2651760" cy="150876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7648" y="1709928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완전한 익명성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20116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개인 상담 내용은 회사에 공유되지 않습니다. 직원이 안심하고 속마음을 털어놓을 수 있습니다.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90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2B788"/>
                </a:solidFill>
              </a:rPr>
              <a:t>CHAT PREVIEW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5029200" cy="502920"/>
          </a:xfrm>
          <a:prstGeom prst="roundRect">
            <a:avLst>
              <a:gd name="adj" fmla="val 21818"/>
            </a:avLst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3756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안녕하세요. 최근 번아웃 지수가 조금 높아진 것 같아요. 오늘 어떻게 지내셨나요? 🤖 AI 상담사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931920"/>
            <a:ext cx="4754880" cy="384048"/>
          </a:xfrm>
          <a:prstGeom prst="roundRect">
            <a:avLst>
              <a:gd name="adj" fmla="val 28571"/>
            </a:avLst>
          </a:prstGeom>
          <a:solidFill>
            <a:srgbClr val="1A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397764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요즘 야근이 많아서 너무 지쳐요...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074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5D5B2"/>
                </a:solidFill>
              </a:rPr>
              <a:t>공감: 지속되는 야근은 정말 소진되게 하죠. 잘 버텨오셨어요.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95D5B2"/>
                </a:solidFill>
              </a:rPr>
              <a:t>제안: 오늘 퇴근 후 10분 산책을 해보시겠어요?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강점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마음게임 — 즐기면서 만드는 감정 회복력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진입 장벽이 높은 상담 대신, 게임으로 자연스럽게 마음 챙기기 습관을 형성합니다.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1947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감정 온도계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오늘 감정 상태 기록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32304" y="15544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🌿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32304" y="1947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마음 정원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32304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스트레스 해소 미니게임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15544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0288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90288" y="1947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감정꽃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90288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감정 인식 훈련 게임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48272" y="155448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48272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48272" y="19476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감사 일기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48272" y="21488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긍정 감정 강화 훈련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74320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마음나무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108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CBT 인지 재구성 훈련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32304" y="251460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432304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432304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번아웃 테스트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32304" y="3108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직무 소진 수준 체크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90288" y="251460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90288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🫧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590288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걱정 풍선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90288" y="3108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ACT 인지 탈융합 기법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48272" y="2514600"/>
            <a:ext cx="1920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48272" y="25877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48272" y="29077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</a:rPr>
              <a:t>집중력 게임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48272" y="3108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n-back 단기기억 훈련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75488"/>
          </a:xfrm>
          <a:prstGeom prst="rect">
            <a:avLst/>
          </a:prstGeom>
          <a:solidFill>
            <a:srgbClr val="EFF9F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507992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</a:rPr>
              <a:t>🏆 EXP &amp; 레벨 시스템 — 매일 게임 → 경험치 적립 → 레벨업 → 업적 달성. 지속 참여 동기 부여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강점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5B2"/>
                </a:solidFill>
              </a:rPr>
              <a:t>쌓이는 데이터, 깊어지는 개인화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55448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171907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검사 트렌드 차트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0299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PHQ-9, GAD-7, 번아웃 점수가 시간축 위에 시각화됩니다. 개선/악화 추이를 한눈에 파악.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2651760" cy="155448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01568" y="171907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AI 트렌드 분석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0299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3회 이상 검사 시 AI가 자동으로 변화 맥락을 파악하고 상담 시 "최근 5점 호전" 정보를 활용합니다.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61872"/>
            <a:ext cx="2651760" cy="155448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53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27648" y="1719072"/>
            <a:ext cx="2423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상담사 사전 공유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20299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전문 상담 예약 시 검사 결과를 사전에 공유해 상담 시간을 더 효율적으로 활용합니다.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8412480" cy="182880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2B788"/>
                </a:solidFill>
              </a:rPr>
              <a:t>DATA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7C4"/>
                </a:solidFill>
              </a:rPr>
              <a:t>🧪 심리검사 수행 (PHQ9, GAD7, BURNOUT 등)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5844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B788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8770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7D7C4"/>
                </a:solidFill>
              </a:rPr>
              <a:t>🎮 마음게임 일일 기록 (감정 온도계, 번아웃 게임)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169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B788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28800" y="4462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7D7C4"/>
                </a:solidFill>
              </a:rPr>
              <a:t>🧠 AI 개인화 컨텍스트 생성 → 로그인 시 맞춤 인사 + 상담 맥락 자동 주입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도입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A4F"/>
                </a:solidFill>
              </a:rPr>
              <a:t>간단한 3단계 도입 프로세스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5272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도입 상담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회사 규모·니즈 파악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맞춤형 플랜 제안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관리자 계정 설정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2377440" cy="219456"/>
          </a:xfrm>
          <a:prstGeom prst="rect">
            <a:avLst/>
          </a:prstGeom>
          <a:solidFill>
            <a:srgbClr val="EFF9F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93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</a:rPr>
              <a:t>소요 기간: 1~3일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128016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25272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9184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임직원 초대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회사 코드/링크 배포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개인 계정 생성 안내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191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초기 검사 실시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29000" y="3584448"/>
            <a:ext cx="2377440" cy="219456"/>
          </a:xfrm>
          <a:prstGeom prst="rect">
            <a:avLst/>
          </a:prstGeom>
          <a:solidFill>
            <a:srgbClr val="EFF9F3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593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</a:rPr>
              <a:t>소요 기간: 1주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265176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2344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7223760" y="1252728"/>
            <a:ext cx="640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17920" y="2084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</a:rPr>
              <a:t>운영 &amp; 리포트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0" y="24963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월별 사용 현황 리포트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284378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고위험군 익명 알림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1912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· 정기 검진 알림 발송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55080" y="3584448"/>
            <a:ext cx="2377440" cy="219456"/>
          </a:xfrm>
          <a:prstGeom prst="rect">
            <a:avLst/>
          </a:prstGeom>
          <a:solidFill>
            <a:srgbClr val="EFF9F3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59359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6A4F"/>
                </a:solidFill>
              </a:rPr>
              <a:t>월 정기 리포트 제공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9718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2B788"/>
                </a:solidFill>
              </a:rPr>
              <a:t>→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89788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2B788"/>
                </a:solidFill>
              </a:rPr>
              <a:t>→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EFF9F3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06908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D6A4F"/>
                </a:solidFill>
              </a:rPr>
              <a:t>💡  별도 앱 설치 없이 바로 시작 — maumful.com 모바일·PC 브라우저에서 즉시 사용. IT 부서 협조 불필요.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효과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5D5B2"/>
                </a:solidFill>
              </a:rPr>
              <a:t>마음풀 도입 기대 효과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51760" cy="164592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</a:rPr>
              <a:t>번아웃·이직률 감소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조기 발견 → 빠른 개입으로 악화 방지. 직원이 "회사가 내 마음을 챙긴다"는 신뢰 형성.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61872"/>
            <a:ext cx="2651760" cy="164592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01568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</a:rPr>
              <a:t>생산성 향상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20574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정신건강 관리가 된 직원은 집중력·창의성·팀워크가 향상됩니다.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261872"/>
            <a:ext cx="2651760" cy="164592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27648" y="173736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5D5B2"/>
                </a:solidFill>
              </a:rPr>
              <a:t>비용 절감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20574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7D7C4"/>
                </a:solidFill>
              </a:rPr>
              <a:t>개인 심리상담 1회(10~15만원) 대비 압도적으로 낮은 비용으로 전 직원 관리.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265176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70%+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593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</a:rPr>
              <a:t>직원 참여율 목표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090672"/>
            <a:ext cx="265176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85%+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593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</a:rPr>
              <a:t>번아웃 조기 발견율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090672"/>
            <a:ext cx="265176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3154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30%↓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35935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F3DC"/>
                </a:solidFill>
              </a:rPr>
              <a:t>이직 의향 감소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A4A"/>
                </a:solidFill>
              </a:rPr>
              <a:t>* 내부 추정치 및 유사 서비스 참고 데이터 기반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45312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5D5B2"/>
                </a:solidFill>
              </a:rPr>
              <a:t>임직원 마음 건강은 복리후생이 아닌 경영 전략 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🌿  마음풀 — 임직원 마음 건강 관리 솔루션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마음풀과 함께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62763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걸음을 시작하세요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114800" y="2331720"/>
            <a:ext cx="914400" cy="457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560320"/>
            <a:ext cx="3200400" cy="91440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0876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</a:rPr>
              <a:t>💬  도입 문의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29077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limyj007@gmail.com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3200400" cy="914400"/>
          </a:xfrm>
          <a:prstGeom prst="rect">
            <a:avLst/>
          </a:prstGeom>
          <a:solidFill>
            <a:srgbClr val="0E2018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6334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5D5B2"/>
                </a:solidFill>
              </a:rPr>
              <a:t>🌐  서비스 체험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29077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maumful.com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A3A"/>
                </a:solidFill>
              </a:rPr>
              <a:t>마음풀 — 마음이 풍요로운 삶을 위한 디지털 정신건강 플랫폼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마음풀 — 임직원 마음 건강 관리 솔루션</dc:title>
  <dc:subject>PptxGenJS Presentation</dc:subject>
  <dc:creator>PptxGenJS</dc:creator>
  <cp:lastModifiedBy>PptxGenJS</cp:lastModifiedBy>
  <cp:revision>1</cp:revision>
  <dcterms:created xsi:type="dcterms:W3CDTF">2026-05-05T01:25:42Z</dcterms:created>
  <dcterms:modified xsi:type="dcterms:W3CDTF">2026-05-05T01:25:42Z</dcterms:modified>
</cp:coreProperties>
</file>