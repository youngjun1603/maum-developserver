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🌿  마음풀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내 마음을 가장 잘 아는 앱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A8D8D0"/>
                </a:solidFill>
              </a:rPr>
              <a:t>검사하고, 게임하고, AI와 대화하고</a:t>
            </a:r>
            <a:endParaRPr lang="en-US" sz="16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A8D8D0"/>
                </a:solidFill>
              </a:rPr>
              <a:t>마음의 변화를 함께 기록해요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23360" y="2359152"/>
            <a:ext cx="1097280" cy="457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560320"/>
            <a:ext cx="2286000" cy="438912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578608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 무료로 시작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74720" y="2560320"/>
            <a:ext cx="2286000" cy="438912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2578608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 앱 설치 불필요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35040" y="2560320"/>
            <a:ext cx="2286000" cy="438912"/>
          </a:xfrm>
          <a:prstGeom prst="roundRect">
            <a:avLst>
              <a:gd name="adj" fmla="val 50000"/>
            </a:avLst>
          </a:prstGeom>
          <a:solidFill>
            <a:srgbClr val="6D6EA8"/>
          </a:solidFill>
          <a:ln/>
        </p:spPr>
      </p:sp>
      <p:sp>
        <p:nvSpPr>
          <p:cNvPr id="12" name="Text 10"/>
          <p:cNvSpPr/>
          <p:nvPr/>
        </p:nvSpPr>
        <p:spPr>
          <a:xfrm>
            <a:off x="6035040" y="2578608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 AI 24시간 상담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2560320" cy="1097280"/>
          </a:xfrm>
          <a:prstGeom prst="rect">
            <a:avLst/>
          </a:prstGeom>
          <a:solidFill>
            <a:srgbClr val="0A202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3375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🧪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7200" y="365760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마음풀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9319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D8D0"/>
                </a:solidFill>
              </a:rPr>
              <a:t>심리검사 + AI상담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16052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A896"/>
                </a:solidFill>
              </a:rPr>
              <a:t>maumful.com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91840" y="3246120"/>
            <a:ext cx="2560320" cy="1097280"/>
          </a:xfrm>
          <a:prstGeom prst="rect">
            <a:avLst/>
          </a:prstGeom>
          <a:solidFill>
            <a:srgbClr val="0A202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33375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🎮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291840" y="365760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마음게임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291840" y="39319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D8D0"/>
                </a:solidFill>
              </a:rPr>
              <a:t>게임형 감정 훈련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91840" y="416052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A896"/>
                </a:solidFill>
              </a:rPr>
              <a:t>game.maumful.com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26480" y="3246120"/>
            <a:ext cx="2560320" cy="1097280"/>
          </a:xfrm>
          <a:prstGeom prst="rect">
            <a:avLst/>
          </a:prstGeom>
          <a:solidFill>
            <a:srgbClr val="0A202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33375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💕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126480" y="365760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마음커플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126480" y="39319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D8D0"/>
                </a:solidFill>
              </a:rPr>
              <a:t>커플 심리 분석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26480" y="416052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A896"/>
                </a:solidFill>
              </a:rPr>
              <a:t>couple.maumful.com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1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🤔  혹시 이런 적 있으신가요?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요즘 이런 마음, 혼자 견디고 있진 않나요?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4114800" cy="749808"/>
          </a:xfrm>
          <a:prstGeom prst="rect">
            <a:avLst/>
          </a:prstGeom>
          <a:solidFill>
            <a:srgbClr val="0A202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3502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😔  이유 없이 무기력하고 의욕이 없어요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D8D0"/>
                </a:solidFill>
              </a:rPr>
              <a:t>아침에 일어나기 싫고, 아무것도 하기 싫은 날들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1261872"/>
            <a:ext cx="4114800" cy="749808"/>
          </a:xfrm>
          <a:prstGeom prst="rect">
            <a:avLst/>
          </a:prstGeom>
          <a:solidFill>
            <a:srgbClr val="0A202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33502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😰  작은 일에도 불안하고 예민해져요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92040" y="16459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D8D0"/>
                </a:solidFill>
              </a:rPr>
              <a:t>쓸데없는 걱정이 머릿속을 떠나지 않아요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130552"/>
            <a:ext cx="4114800" cy="749808"/>
          </a:xfrm>
          <a:prstGeom prst="rect">
            <a:avLst/>
          </a:prstGeom>
          <a:solidFill>
            <a:srgbClr val="0A202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0370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🔥  일에 치여 번아웃이 왔어요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2514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D8D0"/>
                </a:solidFill>
              </a:rPr>
              <a:t>열심히 하는데 성취감 없이 그냥 지쳐가는 느낌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54880" y="2130552"/>
            <a:ext cx="4114800" cy="749808"/>
          </a:xfrm>
          <a:prstGeom prst="rect">
            <a:avLst/>
          </a:prstGeom>
          <a:solidFill>
            <a:srgbClr val="0A202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220370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💬  누군가에게 털어놓고 싶지만 어려워요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2514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D8D0"/>
                </a:solidFill>
              </a:rPr>
              <a:t>가족·친구에게 말하기엔 부담스럽고, 상담은 비싸고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999232"/>
            <a:ext cx="8595360" cy="749808"/>
          </a:xfrm>
          <a:prstGeom prst="rect">
            <a:avLst/>
          </a:prstGeom>
          <a:solidFill>
            <a:srgbClr val="0A202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072384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📊  내 심리 상태가 정확히 어떤지 모르겠어요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33649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D0"/>
                </a:solidFill>
              </a:rPr>
              <a:t>그냥 예민한 건지, 진짜 관리가 필요한 건지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590288"/>
            <a:ext cx="8412480" cy="3200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636008"/>
            <a:ext cx="7863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🌿  마음풀이 함께할게요 — 부담 없이, 무료로, 지금 바로 시작할 수 있어요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🌿  마음풀 소개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8090"/>
                </a:solidFill>
              </a:rPr>
              <a:t>마음 건강 관리의 모든 것, 한 곳에서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261872"/>
            <a:ext cx="265176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61872"/>
            <a:ext cx="265176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38988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🧪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74320" y="18288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28090"/>
                </a:solidFill>
              </a:rPr>
              <a:t>마음풀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11480" y="221284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· 8종 심리검사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25603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· AI 개인화 상담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290779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· 전문 상담사 연결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74320" y="326440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maumful.com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72968" y="1261872"/>
            <a:ext cx="265176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72968" y="1261872"/>
            <a:ext cx="2651760" cy="54864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5" name="Text 13"/>
          <p:cNvSpPr/>
          <p:nvPr/>
        </p:nvSpPr>
        <p:spPr>
          <a:xfrm>
            <a:off x="3172968" y="138988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🎮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172968" y="18288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6A4F"/>
                </a:solidFill>
              </a:rPr>
              <a:t>마음게임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310128" y="221284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· 8종 감정 훈련 게임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10128" y="25603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· EXP·레벨·업적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10128" y="290779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· 매일 5분 마음 챙기기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172968" y="326440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6A4F"/>
                </a:solidFill>
              </a:rPr>
              <a:t>game.maumful.com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71616" y="1261872"/>
            <a:ext cx="265176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9B4EA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71616" y="1261872"/>
            <a:ext cx="2651760" cy="54864"/>
          </a:xfrm>
          <a:prstGeom prst="rect">
            <a:avLst/>
          </a:prstGeom>
          <a:solidFill>
            <a:srgbClr val="9B4EA8"/>
          </a:solidFill>
          <a:ln/>
        </p:spPr>
      </p:sp>
      <p:sp>
        <p:nvSpPr>
          <p:cNvPr id="23" name="Text 21"/>
          <p:cNvSpPr/>
          <p:nvPr/>
        </p:nvSpPr>
        <p:spPr>
          <a:xfrm>
            <a:off x="6071616" y="138988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💕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071616" y="18288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B4EA8"/>
                </a:solidFill>
              </a:rPr>
              <a:t>마음커플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208776" y="221284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· 커플 심리 궁합 분석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208776" y="25603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· AI 관계 코치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08776" y="290779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· 관계 건강도 체크인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071616" y="326440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B4EA8"/>
                </a:solidFill>
              </a:rPr>
              <a:t>couple.maumful.com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611880"/>
            <a:ext cx="8595360" cy="594360"/>
          </a:xfrm>
          <a:prstGeom prst="rect">
            <a:avLst/>
          </a:prstGeom>
          <a:solidFill>
            <a:srgbClr val="EAF7F5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72160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🔗  3개 서비스가 하나의 계정으로 연동 — 한 번 가입으로 모든 서비스 이용 가능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200400" y="4389120"/>
            <a:ext cx="2743200" cy="47548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32" name="Text 30"/>
          <p:cNvSpPr/>
          <p:nvPr/>
        </p:nvSpPr>
        <p:spPr>
          <a:xfrm>
            <a:off x="3200400" y="4407408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지금 무료로 시작하기 →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🧪  심리검사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</a:rPr>
              <a:t>내 마음 상태를 정확하게 과학으로 확인해요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1920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3716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😔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70992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우울·불안 검사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B7280"/>
                </a:solidFill>
              </a:rPr>
              <a:t>PHQ-9 / GAD-7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B7280"/>
                </a:solidFill>
              </a:rPr>
              <a:t>WHO 공인 표준 선별 도구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14400" y="2633472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42616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무료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23744" y="1280160"/>
            <a:ext cx="1920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23744" y="13716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🔥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615184" y="170992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번아웃 검사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15184" y="2057400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B7280"/>
                </a:solidFill>
              </a:rPr>
              <a:t>직무 소진 3단계 측정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072384" y="2633472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/>
        </p:spPr>
      </p:sp>
      <p:sp>
        <p:nvSpPr>
          <p:cNvPr id="16" name="Text 14"/>
          <p:cNvSpPr/>
          <p:nvPr/>
        </p:nvSpPr>
        <p:spPr>
          <a:xfrm>
            <a:off x="3072384" y="2642616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무료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81728" y="1280160"/>
            <a:ext cx="1920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81728" y="13716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🌟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773168" y="170992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BIG5 성격 · LOST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73168" y="2057400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B7280"/>
                </a:solidFill>
              </a:rPr>
              <a:t>나를 이해하는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B7280"/>
                </a:solidFill>
              </a:rPr>
              <a:t>성격 심층 분석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839712" y="1280160"/>
            <a:ext cx="1920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839712" y="13716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931152" y="170992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외부 검사 PDF AI 해석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31152" y="2057400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B7280"/>
                </a:solidFill>
              </a:rPr>
              <a:t>MBTI·MMPI 등 결과지를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B7280"/>
                </a:solidFill>
              </a:rPr>
              <a:t>AI가 쉽게 설명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3063240"/>
            <a:ext cx="8412480" cy="1417320"/>
          </a:xfrm>
          <a:prstGeom prst="rect">
            <a:avLst/>
          </a:prstGeom>
          <a:solidFill>
            <a:srgbClr val="EAF7F5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136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📈  검사 이력이 쌓이면?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3456432"/>
            <a:ext cx="7863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📊  트렌드 차트 — 내 점수 변화를 시각적으로 확인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3785616"/>
            <a:ext cx="7863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🤖  AI 트렌드 분석 — 3회 이상 측정 시 "최근 5점 호전됐어요!" AI가 자동 분석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4114800"/>
            <a:ext cx="7863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💬  AI 맞춤 상담 — 로그인하면 AI가 내 상태를 알고 먼저 말을 걸어줘요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1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🤖  AI 상담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EF0D4"/>
                </a:solidFill>
              </a:rPr>
              <a:t>언제든, 어디서든 편하게 털어놓으세요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651760" cy="1417320"/>
          </a:xfrm>
          <a:prstGeom prst="rect">
            <a:avLst/>
          </a:prstGeom>
          <a:solidFill>
            <a:srgbClr val="0A202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2588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⏰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EF0D4"/>
                </a:solidFill>
              </a:rPr>
              <a:t>24시간 항상 대기 중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48256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A8D8D0"/>
                </a:solidFill>
              </a:rPr>
              <a:t>새벽 3시에도, 점심시간에도. 필요할 때 바로 대화할 수 있어요.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234440"/>
            <a:ext cx="2651760" cy="1417320"/>
          </a:xfrm>
          <a:prstGeom prst="rect">
            <a:avLst/>
          </a:prstGeom>
          <a:solidFill>
            <a:srgbClr val="0A202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32588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16916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EF0D4"/>
                </a:solidFill>
              </a:rPr>
              <a:t>Claude AI — 최고 수준의 공감 능력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0" y="2048256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A8D8D0"/>
                </a:solidFill>
              </a:rPr>
              <a:t>Anthropic의 Claude AI가 따뜻하게 공감하고, 실천 가능한 제안을 드려요.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17920" y="1234440"/>
            <a:ext cx="2651760" cy="1417320"/>
          </a:xfrm>
          <a:prstGeom prst="rect">
            <a:avLst/>
          </a:prstGeom>
          <a:solidFill>
            <a:srgbClr val="0A202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32588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309360" y="16916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EF0D4"/>
                </a:solidFill>
              </a:rPr>
              <a:t>완전한 프라이버시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09360" y="2048256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A8D8D0"/>
                </a:solidFill>
              </a:rPr>
              <a:t>가족에게도 말 못할 이야기를 안심하고 털어놓을 수 있어요.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834640"/>
            <a:ext cx="8412480" cy="1965960"/>
          </a:xfrm>
          <a:prstGeom prst="rect">
            <a:avLst/>
          </a:prstGeom>
          <a:solidFill>
            <a:srgbClr val="0A202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8986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A896"/>
                </a:solidFill>
              </a:rPr>
              <a:t>실제 대화 예시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3218688"/>
            <a:ext cx="5486400" cy="502920"/>
          </a:xfrm>
          <a:prstGeom prst="roundRect">
            <a:avLst>
              <a:gd name="adj" fmla="val 21818"/>
            </a:avLst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264408"/>
            <a:ext cx="5212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안녕하세요 😊 오늘 로그인하셨네요. 최근 감정 기록을 보니 조금 지쳐있는 것 같아요. 오늘 하루 어떻게 지내셨어요? 🤖 AI 상담사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840480" y="3822192"/>
            <a:ext cx="4389120" cy="384048"/>
          </a:xfrm>
          <a:prstGeom prst="roundRect">
            <a:avLst>
              <a:gd name="adj" fmla="val 28571"/>
            </a:avLst>
          </a:prstGeom>
          <a:solidFill>
            <a:srgbClr val="10302A"/>
          </a:solidFill>
          <a:ln/>
        </p:spPr>
      </p:sp>
      <p:sp>
        <p:nvSpPr>
          <p:cNvPr id="22" name="Text 20"/>
          <p:cNvSpPr/>
          <p:nvPr/>
        </p:nvSpPr>
        <p:spPr>
          <a:xfrm>
            <a:off x="3977640" y="3858768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요즘 직장 때문에 스트레스가 너무 심해요 😞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43159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EF0D4"/>
                </a:solidFill>
              </a:rPr>
              <a:t>공감: 직장 스트레스가 쌓이면 정말 힘들죠.   탐색: 가장 힘든 순간이 언제인가요?   제안: 오늘 퇴근 후 5분만 깊게 호흡해보세요.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🎮  마음게임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6A4F"/>
                </a:solidFill>
              </a:rPr>
              <a:t>하루 5분, 게임처럼 즐기며 마음을 챙겨요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261872"/>
            <a:ext cx="1920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335024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🌡️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" y="164592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6A4F"/>
                </a:solidFill>
              </a:rPr>
              <a:t>감정 온도계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185623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오늘 감정 기록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32304" y="1261872"/>
            <a:ext cx="1920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32304" y="1335024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🌿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432304" y="164592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6A4F"/>
                </a:solidFill>
              </a:rPr>
              <a:t>마음 정원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32304" y="185623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스트레스 해소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90288" y="1261872"/>
            <a:ext cx="1920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90288" y="1335024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🌸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90288" y="164592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6A4F"/>
                </a:solidFill>
              </a:rPr>
              <a:t>감정꽃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90288" y="185623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감정 인식 훈련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748272" y="1261872"/>
            <a:ext cx="1920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48272" y="1335024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📖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748272" y="164592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6A4F"/>
                </a:solidFill>
              </a:rPr>
              <a:t>감사 일기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48272" y="185623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긍정 에너지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2176272"/>
            <a:ext cx="1920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74320" y="2249424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🌳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274320" y="256032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6A4F"/>
                </a:solidFill>
              </a:rPr>
              <a:t>마음나무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" y="277063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부정 생각 바꾸기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432304" y="2176272"/>
            <a:ext cx="1920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432304" y="2249424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🔥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2432304" y="256032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6A4F"/>
                </a:solidFill>
              </a:rPr>
              <a:t>번아웃 게임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432304" y="277063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소진 수준 체크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90288" y="2176272"/>
            <a:ext cx="1920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590288" y="2249424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🫧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4590288" y="256032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6A4F"/>
                </a:solidFill>
              </a:rPr>
              <a:t>걱정 풍선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90288" y="277063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걱정 날려버리기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748272" y="2176272"/>
            <a:ext cx="1920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748272" y="2249424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6748272" y="256032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6A4F"/>
                </a:solidFill>
              </a:rPr>
              <a:t>집중력 게임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748272" y="277063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집중력 향상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🏆  레벨업 시스템 — 플레이 → 경험치 → 레벨 → 업적 달성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57200" y="3593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🔥  연속 출석 스트릭 — 매일 접속 → 기록 유지 → 마일스톤 보상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57200" y="394106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📊  주간 감정 리포트 — 이번 주 감정 흐름 AI 분석 + 공유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3017520" y="4498848"/>
            <a:ext cx="3108960" cy="411480"/>
          </a:xfrm>
          <a:prstGeom prst="roundRect">
            <a:avLst>
              <a:gd name="adj" fmla="val 48889"/>
            </a:avLst>
          </a:prstGeom>
          <a:solidFill>
            <a:srgbClr val="2D6A4F"/>
          </a:solidFill>
          <a:ln/>
        </p:spPr>
      </p:sp>
      <p:sp>
        <p:nvSpPr>
          <p:cNvPr id="41" name="Text 39"/>
          <p:cNvSpPr/>
          <p:nvPr/>
        </p:nvSpPr>
        <p:spPr>
          <a:xfrm>
            <a:off x="3017520" y="4526280"/>
            <a:ext cx="310896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game.maumful.com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1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6D408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💕  마음커플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AAFF"/>
                </a:solidFill>
              </a:rPr>
              <a:t>우리 관계도 마음 건강이 필요해요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4114800" cy="868680"/>
          </a:xfrm>
          <a:prstGeom prst="rect">
            <a:avLst/>
          </a:prstGeom>
          <a:solidFill>
            <a:srgbClr val="0A2020"/>
          </a:solidFill>
          <a:ln w="12700">
            <a:solidFill>
              <a:srgbClr val="9B4E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7160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AAFF"/>
                </a:solidFill>
              </a:rPr>
              <a:t>💑  커플 심리 궁합 분석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A8D8D0"/>
                </a:solidFill>
              </a:rPr>
              <a:t>BIG5·LOST·DSI 검사 결과를 바탕으로 AI가 두 사람의 케미와 성장 포인트를 분석해줘요.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4114800" cy="868680"/>
          </a:xfrm>
          <a:prstGeom prst="rect">
            <a:avLst/>
          </a:prstGeom>
          <a:solidFill>
            <a:srgbClr val="0A2020"/>
          </a:solidFill>
          <a:ln w="12700">
            <a:solidFill>
              <a:srgbClr val="9B4E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37160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AAFF"/>
                </a:solidFill>
              </a:rPr>
              <a:t>🤖  AI 관계 코치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92040" y="169164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A8D8D0"/>
                </a:solidFill>
              </a:rPr>
              <a:t>하루 3회 무료. 연애·결혼 고민을 AI가 따뜻하게 코칭해줘요.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304288"/>
            <a:ext cx="4114800" cy="868680"/>
          </a:xfrm>
          <a:prstGeom prst="rect">
            <a:avLst/>
          </a:prstGeom>
          <a:solidFill>
            <a:srgbClr val="0A2020"/>
          </a:solidFill>
          <a:ln w="12700">
            <a:solidFill>
              <a:srgbClr val="9B4E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39572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AAFF"/>
                </a:solidFill>
              </a:rPr>
              <a:t>📊  관계 건강도 체크인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271576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A8D8D0"/>
                </a:solidFill>
              </a:rPr>
              <a:t>10문항으로 매달 관계 만족도를 기록하고 변화 트렌드를 함께 확인해요.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2304288"/>
            <a:ext cx="4114800" cy="868680"/>
          </a:xfrm>
          <a:prstGeom prst="rect">
            <a:avLst/>
          </a:prstGeom>
          <a:solidFill>
            <a:srgbClr val="0A2020"/>
          </a:solidFill>
          <a:ln w="12700">
            <a:solidFill>
              <a:srgbClr val="9B4E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239572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AAFF"/>
                </a:solidFill>
              </a:rPr>
              <a:t>🗓️  AI 데이트 코스 추천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271576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A8D8D0"/>
                </a:solidFill>
              </a:rPr>
              <a:t>지역·분위기·예산 선택 → 두 사람 성격 맞춤 데이트 코스 AI 추천.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328416"/>
            <a:ext cx="4114800" cy="868680"/>
          </a:xfrm>
          <a:prstGeom prst="rect">
            <a:avLst/>
          </a:prstGeom>
          <a:solidFill>
            <a:srgbClr val="0A2020"/>
          </a:solidFill>
          <a:ln w="12700">
            <a:solidFill>
              <a:srgbClr val="9B4E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41985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AAFF"/>
                </a:solidFill>
              </a:rPr>
              <a:t>💬  매일 커플 대화 질문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373989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A8D8D0"/>
                </a:solidFill>
              </a:rPr>
              <a:t>날짜 기반 60개 대화 질문 카드. 서로에 대해 더 깊이 알아가요.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3328416"/>
            <a:ext cx="4114800" cy="868680"/>
          </a:xfrm>
          <a:prstGeom prst="rect">
            <a:avLst/>
          </a:prstGeom>
          <a:solidFill>
            <a:srgbClr val="0A2020"/>
          </a:solidFill>
          <a:ln w="12700">
            <a:solidFill>
              <a:srgbClr val="9B4E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41985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AAFF"/>
                </a:solidFill>
              </a:rPr>
              <a:t>🎂  기념일 &amp; 마일스톤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92040" y="373989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A8D8D0"/>
                </a:solidFill>
              </a:rPr>
              <a:t>100일·200일·1000일 자동 계산. 소중한 날 잊지 마세요.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017520" y="4681728"/>
            <a:ext cx="3108960" cy="347472"/>
          </a:xfrm>
          <a:prstGeom prst="roundRect">
            <a:avLst>
              <a:gd name="adj" fmla="val 50000"/>
            </a:avLst>
          </a:prstGeom>
          <a:solidFill>
            <a:srgbClr val="6D4080"/>
          </a:solidFill>
          <a:ln/>
        </p:spPr>
      </p:sp>
      <p:sp>
        <p:nvSpPr>
          <p:cNvPr id="24" name="Text 22"/>
          <p:cNvSpPr/>
          <p:nvPr/>
        </p:nvSpPr>
        <p:spPr>
          <a:xfrm>
            <a:off x="3017520" y="4700016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couple.maumful.com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1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📈  나의 성장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EF0D4"/>
                </a:solidFill>
              </a:rPr>
              <a:t>작은 변화가 쌓여 큰 회복이 됩니다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2651760" cy="1645920"/>
          </a:xfrm>
          <a:prstGeom prst="rect">
            <a:avLst/>
          </a:prstGeom>
          <a:solidFill>
            <a:srgbClr val="0A202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5331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71907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EF0D4"/>
                </a:solidFill>
              </a:rPr>
              <a:t>검사 이력 차트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A8D8D0"/>
                </a:solidFill>
              </a:rPr>
              <a:t>PHQ-9, GAD-7, 번아웃 점수가 시간 위에 그려져요. 내가 얼마나 나아졌는지 한눈에!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261872"/>
            <a:ext cx="2651760" cy="1645920"/>
          </a:xfrm>
          <a:prstGeom prst="rect">
            <a:avLst/>
          </a:prstGeom>
          <a:solidFill>
            <a:srgbClr val="0A202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35331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🎮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171907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EF0D4"/>
                </a:solidFill>
              </a:rPr>
              <a:t>마음게임 통계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205740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A8D8D0"/>
                </a:solidFill>
              </a:rPr>
              <a:t>주간 감정 흐름, 게임별 베스트 스코어, 레벨 성장 그래프까지.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17920" y="1261872"/>
            <a:ext cx="2651760" cy="1645920"/>
          </a:xfrm>
          <a:prstGeom prst="rect">
            <a:avLst/>
          </a:prstGeom>
          <a:solidFill>
            <a:srgbClr val="0A202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35331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309360" y="171907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EF0D4"/>
                </a:solidFill>
              </a:rPr>
              <a:t>AI 맞춤 인사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205740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A8D8D0"/>
                </a:solidFill>
              </a:rPr>
              <a:t>매일 로그인 시 내 데이터를 기반으로 AI가 먼저 안부를 물어봐요.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063240"/>
            <a:ext cx="8412480" cy="1234440"/>
          </a:xfrm>
          <a:prstGeom prst="rect">
            <a:avLst/>
          </a:prstGeom>
          <a:solidFill>
            <a:srgbClr val="0A202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1363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</a:rPr>
              <a:t>🌱  마음풀과 함께한 시간이 길수록 AI가 나를 더 잘 알아가요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3474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8D0"/>
                </a:solidFill>
              </a:rPr>
              <a:t>검사·게임·상담 기록이 쌓일수록 개인화 수준이 높아지고, AI 인사말도 더욱 정확해져요.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407408"/>
            <a:ext cx="237744" cy="23774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4663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D8D0"/>
                </a:solidFill>
              </a:rPr>
              <a:t>1회 검사 완료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560320" y="4407408"/>
            <a:ext cx="237744" cy="23774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2468880" y="4663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D8D0"/>
                </a:solidFill>
              </a:rPr>
              <a:t>3회 검사 축적 → AI 트렌드 분석 시작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4407408"/>
            <a:ext cx="237744" cy="23774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0" y="4663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D8D0"/>
                </a:solidFill>
              </a:rPr>
              <a:t>10회 기록 → 완전한 AI 개인화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766560" y="4407408"/>
            <a:ext cx="237744" cy="23774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6675120" y="4663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D8D0"/>
                </a:solidFill>
              </a:rPr>
              <a:t>30일 연속 → 마음 건강 습관 형성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76072" y="4507992"/>
            <a:ext cx="7955280" cy="36576"/>
          </a:xfrm>
          <a:prstGeom prst="rect">
            <a:avLst/>
          </a:prstGeom>
          <a:solidFill>
            <a:srgbClr val="00A896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🚀  시작하기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8090"/>
                </a:solidFill>
              </a:rPr>
              <a:t>3분이면 시작할 수 있어요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265176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1600" y="1207008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234440"/>
            <a:ext cx="640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171907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65760" y="208483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</a:rPr>
              <a:t>사이트 접속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2496312"/>
            <a:ext cx="2286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· maumful.com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816352"/>
            <a:ext cx="2286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· 앱 설치 없이 바로 시작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136392"/>
            <a:ext cx="2286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· 무료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91840" y="1280160"/>
            <a:ext cx="265176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97680" y="1207008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4297680" y="1234440"/>
            <a:ext cx="640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291840" y="171907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291840" y="208483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</a:rPr>
              <a:t>첫 검사 실시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474720" y="2496312"/>
            <a:ext cx="2286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· 우울·불안 검사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74720" y="2816352"/>
            <a:ext cx="2286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· 약 3분 소요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74720" y="3136392"/>
            <a:ext cx="2286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· 무료 AI 분석 포함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069080" y="3364992"/>
            <a:ext cx="1097280" cy="23774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4069080" y="3374136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3분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217920" y="1280160"/>
            <a:ext cx="265176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223760" y="1207008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7223760" y="1234440"/>
            <a:ext cx="640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217920" y="171907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💬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217920" y="208483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</a:rPr>
              <a:t>AI와 대화하기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400800" y="2496312"/>
            <a:ext cx="2286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· 검사 결과 바탕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0" y="2816352"/>
            <a:ext cx="2286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· AI가 먼저 말 걸어요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0" y="3136392"/>
            <a:ext cx="2286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· 하루 5회 무료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995160" y="3364992"/>
            <a:ext cx="1097280" cy="237744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/>
        </p:spPr>
      </p:sp>
      <p:sp>
        <p:nvSpPr>
          <p:cNvPr id="32" name="Text 30"/>
          <p:cNvSpPr/>
          <p:nvPr/>
        </p:nvSpPr>
        <p:spPr>
          <a:xfrm>
            <a:off x="6995160" y="3374136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5회 무료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97180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A896"/>
                </a:solidFill>
              </a:rPr>
              <a:t>→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589788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A896"/>
                </a:solidFill>
              </a:rPr>
              <a:t>→</a:t>
            </a:r>
            <a:endParaRPr lang="en-US" sz="2400" dirty="0"/>
          </a:p>
        </p:txBody>
      </p:sp>
      <p:sp>
        <p:nvSpPr>
          <p:cNvPr id="35" name="Shape 33"/>
          <p:cNvSpPr/>
          <p:nvPr/>
        </p:nvSpPr>
        <p:spPr>
          <a:xfrm>
            <a:off x="365760" y="3749040"/>
            <a:ext cx="8412480" cy="1005840"/>
          </a:xfrm>
          <a:prstGeom prst="rect">
            <a:avLst/>
          </a:prstGeom>
          <a:solidFill>
            <a:srgbClr val="EAF7F5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38221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🎁  가입 즉시 10 크레딧 지급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40080" y="4133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심리검사 1회 + AI 채팅 2회를 무료로 체험할 수 있어요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583680" y="434340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39" name="Text 37"/>
          <p:cNvSpPr/>
          <p:nvPr/>
        </p:nvSpPr>
        <p:spPr>
          <a:xfrm>
            <a:off x="6583680" y="4361688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지금 시작하기 →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1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7315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🌿  마음풀 — 내 마음을 가장 잘 아는 앱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마음이 편해야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1627632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삶도 편해져요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114800" y="2313432"/>
            <a:ext cx="914400" cy="457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450592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D8D0"/>
                </a:solidFill>
              </a:rPr>
              <a:t>오늘부터 마음풀과 함께 내 마음을 돌보는 습관을 만들어요.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017520"/>
            <a:ext cx="1828800" cy="411480"/>
          </a:xfrm>
          <a:prstGeom prst="roundRect">
            <a:avLst>
              <a:gd name="adj" fmla="val 48889"/>
            </a:avLst>
          </a:prstGeom>
          <a:solidFill>
            <a:srgbClr val="0A202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044952"/>
            <a:ext cx="182880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EF0D4"/>
                </a:solidFill>
              </a:rPr>
              <a:t>🧪 8종 심리검사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0" y="3017520"/>
            <a:ext cx="1828800" cy="411480"/>
          </a:xfrm>
          <a:prstGeom prst="roundRect">
            <a:avLst>
              <a:gd name="adj" fmla="val 48889"/>
            </a:avLst>
          </a:prstGeom>
          <a:solidFill>
            <a:srgbClr val="0A202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3044952"/>
            <a:ext cx="182880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EF0D4"/>
                </a:solidFill>
              </a:rPr>
              <a:t>🤖 AI 24시간 상담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3017520"/>
            <a:ext cx="1828800" cy="411480"/>
          </a:xfrm>
          <a:prstGeom prst="roundRect">
            <a:avLst>
              <a:gd name="adj" fmla="val 48889"/>
            </a:avLst>
          </a:prstGeom>
          <a:solidFill>
            <a:srgbClr val="0A202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3044952"/>
            <a:ext cx="182880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EF0D4"/>
                </a:solidFill>
              </a:rPr>
              <a:t>🎮 마음게임 8종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66560" y="3017520"/>
            <a:ext cx="1828800" cy="411480"/>
          </a:xfrm>
          <a:prstGeom prst="roundRect">
            <a:avLst>
              <a:gd name="adj" fmla="val 48889"/>
            </a:avLst>
          </a:prstGeom>
          <a:solidFill>
            <a:srgbClr val="0A202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3044952"/>
            <a:ext cx="182880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EF0D4"/>
                </a:solidFill>
              </a:rPr>
              <a:t>💕 마음커플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017520" y="3749040"/>
            <a:ext cx="3108960" cy="56692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3017520" y="3776472"/>
            <a:ext cx="3108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maumful.com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지금 바로 무료로 시작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0" y="480060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4A48"/>
                </a:solidFill>
              </a:rPr>
              <a:t>마음풀 — 마음이 풍요로운 삶을 위한 디지털 정신건강 플랫폼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마음풀 — 내 마음을 가장 잘 아는 앱</dc:title>
  <dc:subject>PptxGenJS Presentation</dc:subject>
  <dc:creator>PptxGenJS</dc:creator>
  <cp:lastModifiedBy>PptxGenJS</cp:lastModifiedBy>
  <cp:revision>1</cp:revision>
  <dcterms:created xsi:type="dcterms:W3CDTF">2026-05-05T01:28:02Z</dcterms:created>
  <dcterms:modified xsi:type="dcterms:W3CDTF">2026-05-05T01:28:02Z</dcterms:modified>
</cp:coreProperties>
</file>